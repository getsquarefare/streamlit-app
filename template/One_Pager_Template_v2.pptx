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24" r:id="rId2"/>
    <p:sldId id="257" r:id="rId3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37F0A-E06B-EA42-BCE2-419FD1496035}" v="1" dt="2026-03-27T05:41:06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/>
    <p:restoredTop sz="94658"/>
  </p:normalViewPr>
  <p:slideViewPr>
    <p:cSldViewPr snapToGrid="0" snapToObjects="1">
      <p:cViewPr varScale="1">
        <p:scale>
          <a:sx n="79" d="100"/>
          <a:sy n="79" d="100"/>
        </p:scale>
        <p:origin x="38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Chen" userId="5efd7b53-582d-4367-abd9-b7e0599e7d94" providerId="ADAL" clId="{4C05FE9E-0CAC-3647-ADCA-327D300A8D0E}"/>
    <pc:docChg chg="undo custSel modSld modMainMaster">
      <pc:chgData name="Yang Chen" userId="5efd7b53-582d-4367-abd9-b7e0599e7d94" providerId="ADAL" clId="{4C05FE9E-0CAC-3647-ADCA-327D300A8D0E}" dt="2026-01-11T18:56:18.679" v="163" actId="1036"/>
      <pc:docMkLst>
        <pc:docMk/>
      </pc:docMkLst>
      <pc:sldChg chg="addSp delSp modSp mod">
        <pc:chgData name="Yang Chen" userId="5efd7b53-582d-4367-abd9-b7e0599e7d94" providerId="ADAL" clId="{4C05FE9E-0CAC-3647-ADCA-327D300A8D0E}" dt="2026-01-11T18:16:51.235" v="132" actId="1076"/>
        <pc:sldMkLst>
          <pc:docMk/>
          <pc:sldMk cId="1762505184" sldId="257"/>
        </pc:sldMkLst>
        <pc:picChg chg="add mod">
          <ac:chgData name="Yang Chen" userId="5efd7b53-582d-4367-abd9-b7e0599e7d94" providerId="ADAL" clId="{4C05FE9E-0CAC-3647-ADCA-327D300A8D0E}" dt="2026-01-11T18:16:51.235" v="132" actId="1076"/>
          <ac:picMkLst>
            <pc:docMk/>
            <pc:sldMk cId="1762505184" sldId="257"/>
            <ac:picMk id="2" creationId="{1B8C8100-8DA7-3F49-FA39-9BED856CBFE8}"/>
          </ac:picMkLst>
        </pc:picChg>
      </pc:sldChg>
      <pc:sldChg chg="addSp delSp modSp mod setBg">
        <pc:chgData name="Yang Chen" userId="5efd7b53-582d-4367-abd9-b7e0599e7d94" providerId="ADAL" clId="{4C05FE9E-0CAC-3647-ADCA-327D300A8D0E}" dt="2026-01-11T18:56:18.679" v="163" actId="1036"/>
        <pc:sldMkLst>
          <pc:docMk/>
          <pc:sldMk cId="0" sldId="324"/>
        </pc:sldMkLst>
        <pc:spChg chg="mod">
          <ac:chgData name="Yang Chen" userId="5efd7b53-582d-4367-abd9-b7e0599e7d94" providerId="ADAL" clId="{4C05FE9E-0CAC-3647-ADCA-327D300A8D0E}" dt="2026-01-11T18:56:18.679" v="163" actId="1036"/>
          <ac:spMkLst>
            <pc:docMk/>
            <pc:sldMk cId="0" sldId="324"/>
            <ac:spMk id="2" creationId="{8C35FF63-1147-29CD-E22D-A7C4685B915A}"/>
          </ac:spMkLst>
        </pc:spChg>
        <pc:spChg chg="add mod">
          <ac:chgData name="Yang Chen" userId="5efd7b53-582d-4367-abd9-b7e0599e7d94" providerId="ADAL" clId="{4C05FE9E-0CAC-3647-ADCA-327D300A8D0E}" dt="2026-01-11T18:10:56.782" v="122" actId="207"/>
          <ac:spMkLst>
            <pc:docMk/>
            <pc:sldMk cId="0" sldId="324"/>
            <ac:spMk id="5" creationId="{539EEE1B-BE0E-25F5-6299-9FD2BC756C13}"/>
          </ac:spMkLst>
        </pc:spChg>
        <pc:spChg chg="mod">
          <ac:chgData name="Yang Chen" userId="5efd7b53-582d-4367-abd9-b7e0599e7d94" providerId="ADAL" clId="{4C05FE9E-0CAC-3647-ADCA-327D300A8D0E}" dt="2026-01-11T18:56:18.679" v="163" actId="1036"/>
          <ac:spMkLst>
            <pc:docMk/>
            <pc:sldMk cId="0" sldId="324"/>
            <ac:spMk id="12" creationId="{1DDD35AC-89D0-E33A-7DC6-DC32F895D986}"/>
          </ac:spMkLst>
        </pc:spChg>
        <pc:spChg chg="add mod">
          <ac:chgData name="Yang Chen" userId="5efd7b53-582d-4367-abd9-b7e0599e7d94" providerId="ADAL" clId="{4C05FE9E-0CAC-3647-ADCA-327D300A8D0E}" dt="2026-01-11T18:10:41.449" v="118" actId="962"/>
          <ac:spMkLst>
            <pc:docMk/>
            <pc:sldMk cId="0" sldId="324"/>
            <ac:spMk id="13" creationId="{322A3E50-52F3-2BE9-69E5-54D6E8FDD0C9}"/>
          </ac:spMkLst>
        </pc:spChg>
        <pc:spChg chg="add mod">
          <ac:chgData name="Yang Chen" userId="5efd7b53-582d-4367-abd9-b7e0599e7d94" providerId="ADAL" clId="{4C05FE9E-0CAC-3647-ADCA-327D300A8D0E}" dt="2026-01-11T18:23:26.310" v="133" actId="962"/>
          <ac:spMkLst>
            <pc:docMk/>
            <pc:sldMk cId="0" sldId="324"/>
            <ac:spMk id="14" creationId="{C5576A16-9E84-497B-FF9D-37DA4E1291FE}"/>
          </ac:spMkLst>
        </pc:spChg>
      </pc:sldChg>
      <pc:sldMasterChg chg="setBg modSldLayout">
        <pc:chgData name="Yang Chen" userId="5efd7b53-582d-4367-abd9-b7e0599e7d94" providerId="ADAL" clId="{4C05FE9E-0CAC-3647-ADCA-327D300A8D0E}" dt="2026-01-11T18:13:57.866" v="125"/>
        <pc:sldMasterMkLst>
          <pc:docMk/>
          <pc:sldMasterMk cId="2458782067" sldId="2147483660"/>
        </pc:sldMasterMkLst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2287757496" sldId="2147483661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2272717065" sldId="2147483662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3753097029" sldId="2147483663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1017056738" sldId="2147483664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2708380531" sldId="2147483665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861856106" sldId="2147483666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3891958845" sldId="2147483667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2795972844" sldId="2147483668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4134659644" sldId="2147483669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1747267194" sldId="2147483670"/>
          </pc:sldLayoutMkLst>
        </pc:sldLayoutChg>
        <pc:sldLayoutChg chg="setBg">
          <pc:chgData name="Yang Chen" userId="5efd7b53-582d-4367-abd9-b7e0599e7d94" providerId="ADAL" clId="{4C05FE9E-0CAC-3647-ADCA-327D300A8D0E}" dt="2026-01-11T18:13:57.866" v="125"/>
          <pc:sldLayoutMkLst>
            <pc:docMk/>
            <pc:sldMasterMk cId="2458782067" sldId="2147483660"/>
            <pc:sldLayoutMk cId="2717353600" sldId="2147483671"/>
          </pc:sldLayoutMkLst>
        </pc:sldLayoutChg>
      </pc:sldMasterChg>
    </pc:docChg>
  </pc:docChgLst>
  <pc:docChgLst>
    <pc:chgData name="Yang Chen" userId="5efd7b53-582d-4367-abd9-b7e0599e7d94" providerId="ADAL" clId="{18C37F0A-E06B-EA42-BCE2-419FD1496035}"/>
    <pc:docChg chg="custSel modSld">
      <pc:chgData name="Yang Chen" userId="5efd7b53-582d-4367-abd9-b7e0599e7d94" providerId="ADAL" clId="{18C37F0A-E06B-EA42-BCE2-419FD1496035}" dt="2026-03-27T05:41:06.771" v="4"/>
      <pc:docMkLst>
        <pc:docMk/>
      </pc:docMkLst>
      <pc:sldChg chg="addSp delSp modSp mod">
        <pc:chgData name="Yang Chen" userId="5efd7b53-582d-4367-abd9-b7e0599e7d94" providerId="ADAL" clId="{18C37F0A-E06B-EA42-BCE2-419FD1496035}" dt="2026-03-27T05:41:06.771" v="4"/>
        <pc:sldMkLst>
          <pc:docMk/>
          <pc:sldMk cId="1762505184" sldId="257"/>
        </pc:sldMkLst>
        <pc:picChg chg="del mod">
          <ac:chgData name="Yang Chen" userId="5efd7b53-582d-4367-abd9-b7e0599e7d94" providerId="ADAL" clId="{18C37F0A-E06B-EA42-BCE2-419FD1496035}" dt="2026-03-27T05:40:58.326" v="3" actId="478"/>
          <ac:picMkLst>
            <pc:docMk/>
            <pc:sldMk cId="1762505184" sldId="257"/>
            <ac:picMk id="2" creationId="{1B8C8100-8DA7-3F49-FA39-9BED856CBFE8}"/>
          </ac:picMkLst>
        </pc:picChg>
        <pc:picChg chg="add mod">
          <ac:chgData name="Yang Chen" userId="5efd7b53-582d-4367-abd9-b7e0599e7d94" providerId="ADAL" clId="{18C37F0A-E06B-EA42-BCE2-419FD1496035}" dt="2026-03-27T05:41:06.771" v="4"/>
          <ac:picMkLst>
            <pc:docMk/>
            <pc:sldMk cId="1762505184" sldId="257"/>
            <ac:picMk id="4" creationId="{DE800AD8-FBC9-B598-5608-BB01FD75D9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775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7271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3097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705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838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1856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9195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597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3465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726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735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CE0DB-C912-874B-9D1B-952EB1E268DD}" type="datetimeFigureOut">
              <a:rPr kumimoji="1" lang="zh-TW" altLang="en-US" smtClean="0"/>
              <a:t>2026/3/26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D655C-B7B4-2349-BC3B-E5A9C51E82EC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5878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_preparedFor">
            <a:extLst>
              <a:ext uri="{FF2B5EF4-FFF2-40B4-BE49-F238E27FC236}">
                <a16:creationId xmlns:a16="http://schemas.microsoft.com/office/drawing/2014/main" id="{F45A363A-D080-ED4E-A4DB-3964A5A3EAF9}"/>
              </a:ext>
            </a:extLst>
          </p:cNvPr>
          <p:cNvSpPr txBox="1"/>
          <p:nvPr/>
        </p:nvSpPr>
        <p:spPr>
          <a:xfrm>
            <a:off x="750485" y="1650972"/>
            <a:ext cx="3102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Prepared for: Erin Gonzalez</a:t>
            </a:r>
            <a:endParaRPr kumimoji="1" lang="zh-TW" altLang="en-US" sz="1100" b="1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7" name="line_bestBefore">
            <a:extLst>
              <a:ext uri="{FF2B5EF4-FFF2-40B4-BE49-F238E27FC236}">
                <a16:creationId xmlns:a16="http://schemas.microsoft.com/office/drawing/2014/main" id="{7554AF13-64CE-EF44-8B10-13F592D88CBC}"/>
              </a:ext>
            </a:extLst>
          </p:cNvPr>
          <p:cNvSpPr txBox="1"/>
          <p:nvPr/>
        </p:nvSpPr>
        <p:spPr>
          <a:xfrm>
            <a:off x="3853350" y="1650972"/>
            <a:ext cx="17267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Best before: 04/03/2025</a:t>
            </a:r>
            <a:endParaRPr kumimoji="1" lang="zh-TW" altLang="en-US" sz="1100" b="1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line_deliveryDate">
            <a:extLst>
              <a:ext uri="{FF2B5EF4-FFF2-40B4-BE49-F238E27FC236}">
                <a16:creationId xmlns:a16="http://schemas.microsoft.com/office/drawing/2014/main" id="{545D5B58-8420-A84D-81C2-E66C73AD52D8}"/>
              </a:ext>
            </a:extLst>
          </p:cNvPr>
          <p:cNvSpPr txBox="1"/>
          <p:nvPr/>
        </p:nvSpPr>
        <p:spPr>
          <a:xfrm>
            <a:off x="750485" y="1906157"/>
            <a:ext cx="14991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2025-03-31 Delivery</a:t>
            </a:r>
            <a:endParaRPr kumimoji="1" lang="zh-TW" altLang="en-US" sz="1100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line_nutrition">
            <a:extLst>
              <a:ext uri="{FF2B5EF4-FFF2-40B4-BE49-F238E27FC236}">
                <a16:creationId xmlns:a16="http://schemas.microsoft.com/office/drawing/2014/main" id="{D880B88D-EB12-0649-9C9E-63189F7E6CEA}"/>
              </a:ext>
            </a:extLst>
          </p:cNvPr>
          <p:cNvSpPr txBox="1"/>
          <p:nvPr/>
        </p:nvSpPr>
        <p:spPr>
          <a:xfrm>
            <a:off x="858973" y="2660188"/>
            <a:ext cx="6498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Breakfast Nutrition target per serving: 420 kcals | 42g carbs, 26g protein, 16g fat, 6g fiber</a:t>
            </a:r>
          </a:p>
        </p:txBody>
      </p:sp>
      <p:sp>
        <p:nvSpPr>
          <p:cNvPr id="11" name="line_portion">
            <a:extLst>
              <a:ext uri="{FF2B5EF4-FFF2-40B4-BE49-F238E27FC236}">
                <a16:creationId xmlns:a16="http://schemas.microsoft.com/office/drawing/2014/main" id="{6C401400-5E5A-F949-BA18-A594403E3C8F}"/>
              </a:ext>
            </a:extLst>
          </p:cNvPr>
          <p:cNvSpPr txBox="1"/>
          <p:nvPr/>
        </p:nvSpPr>
        <p:spPr>
          <a:xfrm>
            <a:off x="750485" y="3784406"/>
            <a:ext cx="605096" cy="27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80" dirty="0">
                <a:latin typeface="Playfair Display" pitchFamily="2" charset="0"/>
              </a:rPr>
              <a:t>[ 1 ] 
[ 1 ] 
[ 1 ] 
</a:t>
            </a:r>
          </a:p>
        </p:txBody>
      </p:sp>
      <p:sp>
        <p:nvSpPr>
          <p:cNvPr id="9" name="line_dishes">
            <a:extLst>
              <a:ext uri="{FF2B5EF4-FFF2-40B4-BE49-F238E27FC236}">
                <a16:creationId xmlns:a16="http://schemas.microsoft.com/office/drawing/2014/main" id="{95C37994-7D53-F74B-98AF-A82BB13ACE4E}"/>
              </a:ext>
            </a:extLst>
          </p:cNvPr>
          <p:cNvSpPr txBox="1"/>
          <p:nvPr/>
        </p:nvSpPr>
        <p:spPr>
          <a:xfrm>
            <a:off x="1355580" y="3784406"/>
            <a:ext cx="5742337" cy="45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180" b="1" dirty="0">
                <a:latin typeface="Playfair Display" pitchFamily="2" charset="0"/>
              </a:rPr>
              <a:t>Classic Bowl: Roasted Onion, Roasted White Mushroom, Asparagus, Frisee, Roasted Peppers, Grilled Chicken, Polenta, Balsamic Vinaigrette, Pepitas, Crispy Shallot, Rosemary - Dinner 
Larb Bowl: Carrot, Cucumber, Daikon, Romaine Lettuce, Roasted Tofu, Quinoa, Lemongrass Tamari Dressing, Red Chili Peppers, Sesame Seeds, Peanut, Lime, Mint, Thai Basil, Basil, Cilantro, Scallions - Dinner 
Comfort &amp; Fiber Bowl: Roasted Broccoli, Swiss Chard, Roasted Cherry Tomatoes, Roasted Fennel, Roasted Turkey, Polenta, Tomato &amp; Basil Sauce, Garlic, Parsley (No Parmesan) - Dinner </a:t>
            </a:r>
          </a:p>
        </p:txBody>
      </p:sp>
      <p:sp>
        <p:nvSpPr>
          <p:cNvPr id="2" name="line_household">
            <a:extLst>
              <a:ext uri="{FF2B5EF4-FFF2-40B4-BE49-F238E27FC236}">
                <a16:creationId xmlns:a16="http://schemas.microsoft.com/office/drawing/2014/main" id="{8C35FF63-1147-29CD-E22D-A7C4685B915A}"/>
              </a:ext>
            </a:extLst>
          </p:cNvPr>
          <p:cNvSpPr txBox="1"/>
          <p:nvPr/>
        </p:nvSpPr>
        <p:spPr>
          <a:xfrm>
            <a:off x="2138566" y="284994"/>
            <a:ext cx="4970925" cy="24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en-US" sz="1609" b="1" dirty="0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Household member1</a:t>
            </a:r>
          </a:p>
        </p:txBody>
      </p:sp>
      <p:sp>
        <p:nvSpPr>
          <p:cNvPr id="12" name="line_household_label">
            <a:extLst>
              <a:ext uri="{FF2B5EF4-FFF2-40B4-BE49-F238E27FC236}">
                <a16:creationId xmlns:a16="http://schemas.microsoft.com/office/drawing/2014/main" id="{1DDD35AC-89D0-E33A-7DC6-DC32F895D986}"/>
              </a:ext>
            </a:extLst>
          </p:cNvPr>
          <p:cNvSpPr txBox="1"/>
          <p:nvPr/>
        </p:nvSpPr>
        <p:spPr>
          <a:xfrm>
            <a:off x="2138565" y="105541"/>
            <a:ext cx="4970925" cy="20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93"/>
              </a:lnSpc>
            </a:pPr>
            <a:r>
              <a:rPr lang="en-US" sz="1210" i="1" dirty="0">
                <a:solidFill>
                  <a:srgbClr val="000000"/>
                </a:solidFill>
                <a:latin typeface="Lato Italics"/>
                <a:ea typeface="Lato Italics"/>
                <a:cs typeface="Lato Italics"/>
                <a:sym typeface="Lato Italics"/>
              </a:rPr>
              <a:t>Household Members</a:t>
            </a:r>
          </a:p>
        </p:txBody>
      </p:sp>
      <p:sp>
        <p:nvSpPr>
          <p:cNvPr id="5" name="line_zone">
            <a:extLst>
              <a:ext uri="{FF2B5EF4-FFF2-40B4-BE49-F238E27FC236}">
                <a16:creationId xmlns:a16="http://schemas.microsoft.com/office/drawing/2014/main" id="{539EEE1B-BE0E-25F5-6299-9FD2BC756C13}"/>
              </a:ext>
            </a:extLst>
          </p:cNvPr>
          <p:cNvSpPr txBox="1"/>
          <p:nvPr/>
        </p:nvSpPr>
        <p:spPr>
          <a:xfrm>
            <a:off x="3347357" y="1077308"/>
            <a:ext cx="3886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latin typeface="Lato"/>
                <a:ea typeface="Lato"/>
                <a:cs typeface="Lato"/>
                <a:sym typeface="Lato"/>
              </a:rPr>
              <a:t>Zone 3</a:t>
            </a:r>
          </a:p>
        </p:txBody>
      </p:sp>
      <p:sp>
        <p:nvSpPr>
          <p:cNvPr id="13" name="line_totalItems">
            <a:extLst>
              <a:ext uri="{FF2B5EF4-FFF2-40B4-BE49-F238E27FC236}">
                <a16:creationId xmlns:a16="http://schemas.microsoft.com/office/drawing/2014/main" id="{322A3E50-52F3-2BE9-69E5-54D6E8FDD0C9}"/>
              </a:ext>
            </a:extLst>
          </p:cNvPr>
          <p:cNvSpPr txBox="1"/>
          <p:nvPr/>
        </p:nvSpPr>
        <p:spPr>
          <a:xfrm>
            <a:off x="750485" y="2120555"/>
            <a:ext cx="6383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 items</a:t>
            </a:r>
            <a:endParaRPr kumimoji="1" lang="zh-TW" altLang="en-US" sz="1100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line_icePack">
            <a:extLst>
              <a:ext uri="{FF2B5EF4-FFF2-40B4-BE49-F238E27FC236}">
                <a16:creationId xmlns:a16="http://schemas.microsoft.com/office/drawing/2014/main" id="{C5576A16-9E84-497B-FF9D-37DA4E1291FE}"/>
              </a:ext>
            </a:extLst>
          </p:cNvPr>
          <p:cNvSpPr txBox="1"/>
          <p:nvPr/>
        </p:nvSpPr>
        <p:spPr>
          <a:xfrm>
            <a:off x="750485" y="234215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11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Include ice pack</a:t>
            </a:r>
            <a:endParaRPr kumimoji="1" lang="zh-TW" altLang="en-US" sz="1100" dirty="0"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800AD8-FBC9-B598-5608-BB01FD75D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772400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05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509</TotalTime>
  <Words>179</Words>
  <Application>Microsoft Macintosh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Lato Bold</vt:lpstr>
      <vt:lpstr>Lato Italics</vt:lpstr>
      <vt:lpstr>Arial</vt:lpstr>
      <vt:lpstr>Calibri</vt:lpstr>
      <vt:lpstr>Calibri Light</vt:lpstr>
      <vt:lpstr>Lato</vt:lpstr>
      <vt:lpstr>Playfair Display</vt:lpstr>
      <vt:lpstr>Office 佈景主題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User</dc:creator>
  <cp:lastModifiedBy>Yang Chen</cp:lastModifiedBy>
  <cp:revision>48</cp:revision>
  <dcterms:created xsi:type="dcterms:W3CDTF">2023-06-19T21:12:17Z</dcterms:created>
  <dcterms:modified xsi:type="dcterms:W3CDTF">2026-03-27T05:41:08Z</dcterms:modified>
</cp:coreProperties>
</file>