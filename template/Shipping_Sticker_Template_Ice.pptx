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glTbCmT6z3d2u+ititL5E+TBpZ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41D7CF-925E-7841-8F7A-9189F18B8285}" v="3" dt="2026-01-09T23:36:36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53"/>
    <p:restoredTop sz="94658"/>
  </p:normalViewPr>
  <p:slideViewPr>
    <p:cSldViewPr snapToGrid="0">
      <p:cViewPr varScale="1">
        <p:scale>
          <a:sx n="116" d="100"/>
          <a:sy n="116" d="100"/>
        </p:scale>
        <p:origin x="106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 Chen" userId="5efd7b53-582d-4367-abd9-b7e0599e7d94" providerId="ADAL" clId="{CF41D7CF-925E-7841-8F7A-9189F18B8285}"/>
    <pc:docChg chg="modSld modMainMaster">
      <pc:chgData name="Yang Chen" userId="5efd7b53-582d-4367-abd9-b7e0599e7d94" providerId="ADAL" clId="{CF41D7CF-925E-7841-8F7A-9189F18B8285}" dt="2026-01-09T23:36:36.042" v="2"/>
      <pc:docMkLst>
        <pc:docMk/>
      </pc:docMkLst>
      <pc:sldChg chg="setBg">
        <pc:chgData name="Yang Chen" userId="5efd7b53-582d-4367-abd9-b7e0599e7d94" providerId="ADAL" clId="{CF41D7CF-925E-7841-8F7A-9189F18B8285}" dt="2026-01-09T23:36:36.042" v="2"/>
        <pc:sldMkLst>
          <pc:docMk/>
          <pc:sldMk cId="0" sldId="256"/>
        </pc:sldMkLst>
      </pc:sldChg>
      <pc:sldMasterChg chg="setBg modSldLayout">
        <pc:chgData name="Yang Chen" userId="5efd7b53-582d-4367-abd9-b7e0599e7d94" providerId="ADAL" clId="{CF41D7CF-925E-7841-8F7A-9189F18B8285}" dt="2026-01-09T23:36:36.042" v="2"/>
        <pc:sldMasterMkLst>
          <pc:docMk/>
          <pc:sldMasterMk cId="0" sldId="2147483648"/>
        </pc:sldMasterMkLst>
        <pc:sldLayoutChg chg="setBg">
          <pc:chgData name="Yang Chen" userId="5efd7b53-582d-4367-abd9-b7e0599e7d94" providerId="ADAL" clId="{CF41D7CF-925E-7841-8F7A-9189F18B8285}" dt="2026-01-09T23:36:36.042" v="2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Yang Chen" userId="5efd7b53-582d-4367-abd9-b7e0599e7d94" providerId="ADAL" clId="{CF41D7CF-925E-7841-8F7A-9189F18B8285}" dt="2026-01-09T23:36:36.042" v="2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Yang Chen" userId="5efd7b53-582d-4367-abd9-b7e0599e7d94" providerId="ADAL" clId="{CF41D7CF-925E-7841-8F7A-9189F18B8285}" dt="2026-01-09T23:36:36.042" v="2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Yang Chen" userId="5efd7b53-582d-4367-abd9-b7e0599e7d94" providerId="ADAL" clId="{CF41D7CF-925E-7841-8F7A-9189F18B8285}" dt="2026-01-09T23:36:36.042" v="2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Yang Chen" userId="5efd7b53-582d-4367-abd9-b7e0599e7d94" providerId="ADAL" clId="{CF41D7CF-925E-7841-8F7A-9189F18B8285}" dt="2026-01-09T23:36:36.042" v="2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Yang Chen" userId="5efd7b53-582d-4367-abd9-b7e0599e7d94" providerId="ADAL" clId="{CF41D7CF-925E-7841-8F7A-9189F18B8285}" dt="2026-01-09T23:36:36.042" v="2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Yang Chen" userId="5efd7b53-582d-4367-abd9-b7e0599e7d94" providerId="ADAL" clId="{CF41D7CF-925E-7841-8F7A-9189F18B8285}" dt="2026-01-09T23:36:36.042" v="2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Yang Chen" userId="5efd7b53-582d-4367-abd9-b7e0599e7d94" providerId="ADAL" clId="{CF41D7CF-925E-7841-8F7A-9189F18B8285}" dt="2026-01-09T23:36:36.042" v="2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Yang Chen" userId="5efd7b53-582d-4367-abd9-b7e0599e7d94" providerId="ADAL" clId="{CF41D7CF-925E-7841-8F7A-9189F18B8285}" dt="2026-01-09T23:36:36.042" v="2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Yang Chen" userId="5efd7b53-582d-4367-abd9-b7e0599e7d94" providerId="ADAL" clId="{CF41D7CF-925E-7841-8F7A-9189F18B8285}" dt="2026-01-09T23:36:36.042" v="2"/>
          <pc:sldLayoutMkLst>
            <pc:docMk/>
            <pc:sldMasterMk cId="0" sldId="2147483648"/>
            <pc:sldLayoutMk cId="0" sldId="2147483659"/>
          </pc:sldLayoutMkLst>
        </pc:sldLayoutChg>
        <pc:sldLayoutChg chg="setBg">
          <pc:chgData name="Yang Chen" userId="5efd7b53-582d-4367-abd9-b7e0599e7d94" providerId="ADAL" clId="{CF41D7CF-925E-7841-8F7A-9189F18B8285}" dt="2026-01-09T23:36:36.042" v="2"/>
          <pc:sldLayoutMkLst>
            <pc:docMk/>
            <pc:sldMasterMk cId="0" sldId="2147483648"/>
            <pc:sldLayoutMk cId="2997204138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7204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ippingName"/>
          <p:cNvSpPr txBox="1">
            <a:spLocks noGrp="1"/>
          </p:cNvSpPr>
          <p:nvPr>
            <p:ph type="ctrTitle"/>
          </p:nvPr>
        </p:nvSpPr>
        <p:spPr>
          <a:xfrm>
            <a:off x="721372" y="2156116"/>
            <a:ext cx="6509659" cy="6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Shipping Name</a:t>
            </a:r>
          </a:p>
        </p:txBody>
      </p:sp>
      <p:sp>
        <p:nvSpPr>
          <p:cNvPr id="86" name="shippingAddress"/>
          <p:cNvSpPr txBox="1"/>
          <p:nvPr/>
        </p:nvSpPr>
        <p:spPr>
          <a:xfrm>
            <a:off x="723060" y="2831416"/>
            <a:ext cx="8251372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Shipping Address1 Shipping Address2,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</a:b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7" name="shippingPhone"/>
          <p:cNvSpPr txBox="1"/>
          <p:nvPr/>
        </p:nvSpPr>
        <p:spPr>
          <a:xfrm>
            <a:off x="745023" y="3772597"/>
            <a:ext cx="4942115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Shipping Phone</a:t>
            </a:r>
            <a:endParaRPr sz="2400" dirty="0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6" name="shippingZip">
            <a:extLst>
              <a:ext uri="{FF2B5EF4-FFF2-40B4-BE49-F238E27FC236}">
                <a16:creationId xmlns:a16="http://schemas.microsoft.com/office/drawing/2014/main" id="{66AA83CE-D782-21CC-9B8D-EE8D286A654C}"/>
              </a:ext>
            </a:extLst>
          </p:cNvPr>
          <p:cNvSpPr txBox="1"/>
          <p:nvPr/>
        </p:nvSpPr>
        <p:spPr>
          <a:xfrm>
            <a:off x="734511" y="3310932"/>
            <a:ext cx="7892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Shipping City, Shipping Province, Shipping Zip</a:t>
            </a:r>
            <a:endParaRPr lang="en-US" sz="2400" dirty="0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zone">
            <a:extLst>
              <a:ext uri="{FF2B5EF4-FFF2-40B4-BE49-F238E27FC236}">
                <a16:creationId xmlns:a16="http://schemas.microsoft.com/office/drawing/2014/main" id="{82FB3EAD-5564-03A3-B87B-1BB05F244077}"/>
              </a:ext>
            </a:extLst>
          </p:cNvPr>
          <p:cNvSpPr txBox="1"/>
          <p:nvPr/>
        </p:nvSpPr>
        <p:spPr>
          <a:xfrm>
            <a:off x="6451041" y="5544520"/>
            <a:ext cx="1798655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ZONE</a:t>
            </a:r>
            <a:endParaRPr sz="2800" dirty="0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19</Words>
  <Application>Microsoft Macintosh PowerPoint</Application>
  <PresentationFormat>On-screen Show (4:3)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Lato</vt:lpstr>
      <vt:lpstr>Office Theme</vt:lpstr>
      <vt:lpstr>Shipping Name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Shipping Name </dc:title>
  <cp:lastModifiedBy>Yang Chen</cp:lastModifiedBy>
  <cp:revision>13</cp:revision>
  <dcterms:created xsi:type="dcterms:W3CDTF">2013-01-27T09:14:16Z</dcterms:created>
  <dcterms:modified xsi:type="dcterms:W3CDTF">2026-01-09T23:36:38Z</dcterms:modified>
</cp:coreProperties>
</file>