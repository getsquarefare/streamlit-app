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jZzuoduhMaagOhaTb7u+adZdg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4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Chen" userId="5efd7b53-582d-4367-abd9-b7e0599e7d94" providerId="ADAL" clId="{CB173355-B47D-F94C-9962-CAED788388EA}"/>
    <pc:docChg chg="delSld">
      <pc:chgData name="Yang Chen" userId="5efd7b53-582d-4367-abd9-b7e0599e7d94" providerId="ADAL" clId="{CB173355-B47D-F94C-9962-CAED788388EA}" dt="2026-05-31T15:22:10.228" v="0" actId="2696"/>
      <pc:docMkLst>
        <pc:docMk/>
      </pc:docMkLst>
      <pc:sldChg chg="del">
        <pc:chgData name="Yang Chen" userId="5efd7b53-582d-4367-abd9-b7e0599e7d94" providerId="ADAL" clId="{CB173355-B47D-F94C-9962-CAED788388EA}" dt="2026-05-31T15:22:10.228" v="0" actId="2696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936dbf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g3e5936dbf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5936dbf4e_0_0"/>
          <p:cNvSpPr txBox="1">
            <a:spLocks noGrp="1"/>
          </p:cNvSpPr>
          <p:nvPr>
            <p:ph type="ctrTitle"/>
          </p:nvPr>
        </p:nvSpPr>
        <p:spPr>
          <a:xfrm>
            <a:off x="721372" y="2156116"/>
            <a:ext cx="65097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>
                <a:latin typeface="Lato"/>
                <a:ea typeface="Lato"/>
                <a:cs typeface="Lato"/>
                <a:sym typeface="Lato"/>
              </a:rPr>
              <a:t>Shipping Name</a:t>
            </a:r>
            <a:endParaRPr/>
          </a:p>
        </p:txBody>
      </p:sp>
      <p:sp>
        <p:nvSpPr>
          <p:cNvPr id="96" name="Google Shape;96;g3e5936dbf4e_0_0"/>
          <p:cNvSpPr txBox="1"/>
          <p:nvPr/>
        </p:nvSpPr>
        <p:spPr>
          <a:xfrm>
            <a:off x="723060" y="2831416"/>
            <a:ext cx="825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Address1 Shipping Address2,</a:t>
            </a:r>
            <a:b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g3e5936dbf4e_0_0"/>
          <p:cNvSpPr txBox="1"/>
          <p:nvPr/>
        </p:nvSpPr>
        <p:spPr>
          <a:xfrm>
            <a:off x="745023" y="3772597"/>
            <a:ext cx="494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Phone</a:t>
            </a: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g3e5936dbf4e_0_0"/>
          <p:cNvSpPr txBox="1"/>
          <p:nvPr/>
        </p:nvSpPr>
        <p:spPr>
          <a:xfrm>
            <a:off x="734511" y="3310932"/>
            <a:ext cx="789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City, Shipping Province, Shipping Zip</a:t>
            </a:r>
            <a:endParaRPr sz="2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g3e5936dbf4e_0_0"/>
          <p:cNvSpPr txBox="1"/>
          <p:nvPr/>
        </p:nvSpPr>
        <p:spPr>
          <a:xfrm>
            <a:off x="6451041" y="5544520"/>
            <a:ext cx="179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ZONE</a:t>
            </a:r>
            <a:endParaRPr sz="2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g3e5936dbf4e_0_0"/>
          <p:cNvSpPr/>
          <p:nvPr/>
        </p:nvSpPr>
        <p:spPr>
          <a:xfrm>
            <a:off x="2999575" y="1589525"/>
            <a:ext cx="3127800" cy="46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Lato</vt:lpstr>
      <vt:lpstr>Office Theme</vt:lpstr>
      <vt:lpstr>Shipping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Yang Chen</cp:lastModifiedBy>
  <cp:revision>1</cp:revision>
  <dcterms:created xsi:type="dcterms:W3CDTF">2013-01-27T09:14:16Z</dcterms:created>
  <dcterms:modified xsi:type="dcterms:W3CDTF">2026-05-31T15:22:11Z</dcterms:modified>
</cp:coreProperties>
</file>