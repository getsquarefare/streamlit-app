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embeddedFontLst>
    <p:embeddedFont>
      <p:font typeface="La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jZzuoduhMaagOhaTb7u+adZdg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boldItalic.fntdata"/><Relationship Id="rId10" Type="http://schemas.openxmlformats.org/officeDocument/2006/relationships/font" Target="fonts/Lato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936dbf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e5936dbf4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21372" y="2156116"/>
            <a:ext cx="6509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latin typeface="Lato"/>
                <a:ea typeface="Lato"/>
                <a:cs typeface="Lato"/>
                <a:sym typeface="Lato"/>
              </a:rPr>
              <a:t>Shipping Name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723060" y="2831416"/>
            <a:ext cx="825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Address1 Shipping Address2,</a:t>
            </a:r>
            <a:b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5023" y="3772597"/>
            <a:ext cx="49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Phone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34511" y="3310932"/>
            <a:ext cx="78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City, Shipping Province, Shipping Zip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451041" y="5544520"/>
            <a:ext cx="17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ZONE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999575" y="1589525"/>
            <a:ext cx="31278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68375" y="1201725"/>
            <a:ext cx="7427100" cy="67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936dbf4e_0_0"/>
          <p:cNvSpPr txBox="1"/>
          <p:nvPr>
            <p:ph type="ctrTitle"/>
          </p:nvPr>
        </p:nvSpPr>
        <p:spPr>
          <a:xfrm>
            <a:off x="721372" y="2156116"/>
            <a:ext cx="65097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latin typeface="Lato"/>
                <a:ea typeface="Lato"/>
                <a:cs typeface="Lato"/>
                <a:sym typeface="Lato"/>
              </a:rPr>
              <a:t>Shipping Name</a:t>
            </a:r>
            <a:endParaRPr/>
          </a:p>
        </p:txBody>
      </p:sp>
      <p:sp>
        <p:nvSpPr>
          <p:cNvPr id="96" name="Google Shape;96;g3e5936dbf4e_0_0"/>
          <p:cNvSpPr txBox="1"/>
          <p:nvPr/>
        </p:nvSpPr>
        <p:spPr>
          <a:xfrm>
            <a:off x="723060" y="2831416"/>
            <a:ext cx="825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Address1 Shipping Address2,</a:t>
            </a:r>
            <a:b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g3e5936dbf4e_0_0"/>
          <p:cNvSpPr txBox="1"/>
          <p:nvPr/>
        </p:nvSpPr>
        <p:spPr>
          <a:xfrm>
            <a:off x="745023" y="3772597"/>
            <a:ext cx="49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Phone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g3e5936dbf4e_0_0"/>
          <p:cNvSpPr txBox="1"/>
          <p:nvPr/>
        </p:nvSpPr>
        <p:spPr>
          <a:xfrm>
            <a:off x="734511" y="3310932"/>
            <a:ext cx="78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Shipping City, Shipping Province, Shipping Zip</a:t>
            </a:r>
            <a:endParaRPr b="0" i="0" sz="2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g3e5936dbf4e_0_0"/>
          <p:cNvSpPr txBox="1"/>
          <p:nvPr/>
        </p:nvSpPr>
        <p:spPr>
          <a:xfrm>
            <a:off x="6451041" y="5544520"/>
            <a:ext cx="179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ZONE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g3e5936dbf4e_0_0"/>
          <p:cNvSpPr/>
          <p:nvPr/>
        </p:nvSpPr>
        <p:spPr>
          <a:xfrm>
            <a:off x="2999575" y="1589525"/>
            <a:ext cx="3127800" cy="46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