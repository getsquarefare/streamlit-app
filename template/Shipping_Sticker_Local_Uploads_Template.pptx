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lTbCmT6z3d2u+ititL5E+TBpZ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18F021-5F77-E347-B626-9B397E750E4E}" v="8" dt="2025-12-15T22:28:14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48"/>
    <p:restoredTop sz="94664"/>
  </p:normalViewPr>
  <p:slideViewPr>
    <p:cSldViewPr snapToGrid="0">
      <p:cViewPr varScale="1">
        <p:scale>
          <a:sx n="147" d="100"/>
          <a:sy n="147" d="100"/>
        </p:scale>
        <p:origin x="39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Chen" userId="5efd7b53-582d-4367-abd9-b7e0599e7d94" providerId="ADAL" clId="{6918F021-5F77-E347-B626-9B397E750E4E}"/>
    <pc:docChg chg="undo custSel modSld">
      <pc:chgData name="Yang Chen" userId="5efd7b53-582d-4367-abd9-b7e0599e7d94" providerId="ADAL" clId="{6918F021-5F77-E347-B626-9B397E750E4E}" dt="2025-12-15T22:28:14.028" v="9" actId="962"/>
      <pc:docMkLst>
        <pc:docMk/>
      </pc:docMkLst>
      <pc:sldChg chg="modSp mod">
        <pc:chgData name="Yang Chen" userId="5efd7b53-582d-4367-abd9-b7e0599e7d94" providerId="ADAL" clId="{6918F021-5F77-E347-B626-9B397E750E4E}" dt="2025-12-15T22:28:14.028" v="9" actId="962"/>
        <pc:sldMkLst>
          <pc:docMk/>
          <pc:sldMk cId="0" sldId="256"/>
        </pc:sldMkLst>
        <pc:spChg chg="mod">
          <ac:chgData name="Yang Chen" userId="5efd7b53-582d-4367-abd9-b7e0599e7d94" providerId="ADAL" clId="{6918F021-5F77-E347-B626-9B397E750E4E}" dt="2025-12-15T22:28:00.155" v="3" actId="962"/>
          <ac:spMkLst>
            <pc:docMk/>
            <pc:sldMk cId="0" sldId="256"/>
            <ac:spMk id="6" creationId="{66AA83CE-D782-21CC-9B8D-EE8D286A654C}"/>
          </ac:spMkLst>
        </pc:spChg>
        <pc:spChg chg="mod">
          <ac:chgData name="Yang Chen" userId="5efd7b53-582d-4367-abd9-b7e0599e7d94" providerId="ADAL" clId="{6918F021-5F77-E347-B626-9B397E750E4E}" dt="2025-12-15T22:27:39.341" v="1" actId="962"/>
          <ac:spMkLst>
            <pc:docMk/>
            <pc:sldMk cId="0" sldId="256"/>
            <ac:spMk id="85" creationId="{00000000-0000-0000-0000-000000000000}"/>
          </ac:spMkLst>
        </pc:spChg>
        <pc:spChg chg="mod">
          <ac:chgData name="Yang Chen" userId="5efd7b53-582d-4367-abd9-b7e0599e7d94" providerId="ADAL" clId="{6918F021-5F77-E347-B626-9B397E750E4E}" dt="2025-12-15T22:27:48.176" v="2" actId="962"/>
          <ac:spMkLst>
            <pc:docMk/>
            <pc:sldMk cId="0" sldId="256"/>
            <ac:spMk id="86" creationId="{00000000-0000-0000-0000-000000000000}"/>
          </ac:spMkLst>
        </pc:spChg>
        <pc:spChg chg="mod">
          <ac:chgData name="Yang Chen" userId="5efd7b53-582d-4367-abd9-b7e0599e7d94" providerId="ADAL" clId="{6918F021-5F77-E347-B626-9B397E750E4E}" dt="2025-12-15T22:28:14.028" v="9" actId="962"/>
          <ac:spMkLst>
            <pc:docMk/>
            <pc:sldMk cId="0" sldId="256"/>
            <ac:spMk id="8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720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ipping Name"/>
          <p:cNvSpPr txBox="1">
            <a:spLocks noGrp="1"/>
          </p:cNvSpPr>
          <p:nvPr>
            <p:ph type="ctrTitle"/>
          </p:nvPr>
        </p:nvSpPr>
        <p:spPr>
          <a:xfrm>
            <a:off x="737095" y="1734086"/>
            <a:ext cx="3570600" cy="6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 dirty="0"/>
              <a:t>Shipping Name</a:t>
            </a:r>
            <a:endParaRPr sz="2800" dirty="0"/>
          </a:p>
        </p:txBody>
      </p:sp>
      <p:sp>
        <p:nvSpPr>
          <p:cNvPr id="86" name="Address"/>
          <p:cNvSpPr txBox="1"/>
          <p:nvPr/>
        </p:nvSpPr>
        <p:spPr>
          <a:xfrm>
            <a:off x="754842" y="2409386"/>
            <a:ext cx="66402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Shipping Address1 Shipping Address2,</a:t>
            </a:r>
            <a:b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87" name="Shipping Phone"/>
          <p:cNvSpPr txBox="1"/>
          <p:nvPr/>
        </p:nvSpPr>
        <p:spPr>
          <a:xfrm>
            <a:off x="754842" y="3350567"/>
            <a:ext cx="457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Shipping Phone</a:t>
            </a:r>
          </a:p>
        </p:txBody>
      </p:sp>
      <p:sp>
        <p:nvSpPr>
          <p:cNvPr id="6" name="City">
            <a:extLst>
              <a:ext uri="{FF2B5EF4-FFF2-40B4-BE49-F238E27FC236}">
                <a16:creationId xmlns:a16="http://schemas.microsoft.com/office/drawing/2014/main" id="{66AA83CE-D782-21CC-9B8D-EE8D286A654C}"/>
              </a:ext>
            </a:extLst>
          </p:cNvPr>
          <p:cNvSpPr txBox="1"/>
          <p:nvPr/>
        </p:nvSpPr>
        <p:spPr>
          <a:xfrm>
            <a:off x="754842" y="2888902"/>
            <a:ext cx="6128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Shipping City, Shipping Province, Shipping Zip</a:t>
            </a:r>
            <a:endParaRPr lang="en-US" sz="24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18</Words>
  <Application>Microsoft Macintosh PowerPoint</Application>
  <PresentationFormat>On-screen Show (4:3)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Shipping Name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Shipping Name </dc:title>
  <cp:lastModifiedBy>Yang Chen</cp:lastModifiedBy>
  <cp:revision>5</cp:revision>
  <dcterms:created xsi:type="dcterms:W3CDTF">2013-01-27T09:14:16Z</dcterms:created>
  <dcterms:modified xsi:type="dcterms:W3CDTF">2025-12-15T22:28:14Z</dcterms:modified>
</cp:coreProperties>
</file>