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89300" cy="2184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28A49B-B19C-424F-8D7C-1C3BB010AF04}" v="1" dt="2026-01-09T23:28:18.68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4"/>
    <p:restoredTop sz="86438"/>
  </p:normalViewPr>
  <p:slideViewPr>
    <p:cSldViewPr snapToGrid="0">
      <p:cViewPr varScale="1">
        <p:scale>
          <a:sx n="329" d="100"/>
          <a:sy n="329" d="100"/>
        </p:scale>
        <p:origin x="128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Chen" userId="5efd7b53-582d-4367-abd9-b7e0599e7d94" providerId="ADAL" clId="{B228A49B-B19C-424F-8D7C-1C3BB010AF04}"/>
    <pc:docChg chg="modSld">
      <pc:chgData name="Yang Chen" userId="5efd7b53-582d-4367-abd9-b7e0599e7d94" providerId="ADAL" clId="{B228A49B-B19C-424F-8D7C-1C3BB010AF04}" dt="2026-01-09T23:28:18.685" v="8" actId="962"/>
      <pc:docMkLst>
        <pc:docMk/>
      </pc:docMkLst>
      <pc:sldChg chg="addSp modSp mod">
        <pc:chgData name="Yang Chen" userId="5efd7b53-582d-4367-abd9-b7e0599e7d94" providerId="ADAL" clId="{B228A49B-B19C-424F-8D7C-1C3BB010AF04}" dt="2026-01-09T23:28:18.685" v="8" actId="962"/>
        <pc:sldMkLst>
          <pc:docMk/>
          <pc:sldMk cId="0" sldId="256"/>
        </pc:sldMkLst>
        <pc:spChg chg="add mod">
          <ac:chgData name="Yang Chen" userId="5efd7b53-582d-4367-abd9-b7e0599e7d94" providerId="ADAL" clId="{B228A49B-B19C-424F-8D7C-1C3BB010AF04}" dt="2026-01-09T23:28:18.685" v="8" actId="962"/>
          <ac:spMkLst>
            <pc:docMk/>
            <pc:sldMk cId="0" sldId="256"/>
            <ac:spMk id="4" creationId="{40943AAF-D767-E78E-DE58-3340D4090504}"/>
          </ac:spMkLst>
        </pc:spChg>
        <pc:spChg chg="mod">
          <ac:chgData name="Yang Chen" userId="5efd7b53-582d-4367-abd9-b7e0599e7d94" providerId="ADAL" clId="{B228A49B-B19C-424F-8D7C-1C3BB010AF04}" dt="2026-01-09T23:27:21.546" v="2" actId="113"/>
          <ac:spMkLst>
            <pc:docMk/>
            <pc:sldMk cId="0" sldId="256"/>
            <ac:spMk id="95" creationId="{00000000-0000-0000-0000-000000000000}"/>
          </ac:spMkLst>
        </pc:spChg>
      </pc:sldChg>
    </pc:docChg>
  </pc:docChgLst>
  <pc:docChgLst>
    <pc:chgData name="Yang Chen" userId="5efd7b53-582d-4367-abd9-b7e0599e7d94" providerId="ADAL" clId="{8AEC8109-A2A2-B342-9A56-ABFCCABF40EF}"/>
    <pc:docChg chg="modSld">
      <pc:chgData name="Yang Chen" userId="5efd7b53-582d-4367-abd9-b7e0599e7d94" providerId="ADAL" clId="{8AEC8109-A2A2-B342-9A56-ABFCCABF40EF}" dt="2025-11-08T19:30:45.094" v="11" actId="962"/>
      <pc:docMkLst>
        <pc:docMk/>
      </pc:docMkLst>
      <pc:sldChg chg="modSp">
        <pc:chgData name="Yang Chen" userId="5efd7b53-582d-4367-abd9-b7e0599e7d94" providerId="ADAL" clId="{8AEC8109-A2A2-B342-9A56-ABFCCABF40EF}" dt="2025-11-08T19:30:45.094" v="11" actId="962"/>
        <pc:sldMkLst>
          <pc:docMk/>
          <pc:sldMk cId="0" sldId="256"/>
        </pc:sldMkLst>
        <pc:spChg chg="mod">
          <ac:chgData name="Yang Chen" userId="5efd7b53-582d-4367-abd9-b7e0599e7d94" providerId="ADAL" clId="{8AEC8109-A2A2-B342-9A56-ABFCCABF40EF}" dt="2025-11-08T19:30:00.002" v="6" actId="962"/>
          <ac:spMkLst>
            <pc:docMk/>
            <pc:sldMk cId="0" sldId="256"/>
            <ac:spMk id="2" creationId="{2B4D0421-462A-8311-02C3-F8F5E812DF42}"/>
          </ac:spMkLst>
        </pc:spChg>
        <pc:spChg chg="mod">
          <ac:chgData name="Yang Chen" userId="5efd7b53-582d-4367-abd9-b7e0599e7d94" providerId="ADAL" clId="{8AEC8109-A2A2-B342-9A56-ABFCCABF40EF}" dt="2025-11-08T19:30:45.094" v="11" actId="962"/>
          <ac:spMkLst>
            <pc:docMk/>
            <pc:sldMk cId="0" sldId="256"/>
            <ac:spMk id="94" creationId="{00000000-0000-0000-0000-000000000000}"/>
          </ac:spMkLst>
        </pc:spChg>
        <pc:spChg chg="mod">
          <ac:chgData name="Yang Chen" userId="5efd7b53-582d-4367-abd9-b7e0599e7d94" providerId="ADAL" clId="{8AEC8109-A2A2-B342-9A56-ABFCCABF40EF}" dt="2025-11-08T19:30:41.678" v="10" actId="962"/>
          <ac:spMkLst>
            <pc:docMk/>
            <pc:sldMk cId="0" sldId="256"/>
            <ac:spMk id="95" creationId="{00000000-0000-0000-0000-000000000000}"/>
          </ac:spMkLst>
        </pc:spChg>
        <pc:spChg chg="mod">
          <ac:chgData name="Yang Chen" userId="5efd7b53-582d-4367-abd9-b7e0599e7d94" providerId="ADAL" clId="{8AEC8109-A2A2-B342-9A56-ABFCCABF40EF}" dt="2025-11-08T19:30:38.085" v="9" actId="962"/>
          <ac:spMkLst>
            <pc:docMk/>
            <pc:sldMk cId="0" sldId="256"/>
            <ac:spMk id="96" creationId="{00000000-0000-0000-0000-000000000000}"/>
          </ac:spMkLst>
        </pc:spChg>
        <pc:spChg chg="mod">
          <ac:chgData name="Yang Chen" userId="5efd7b53-582d-4367-abd9-b7e0599e7d94" providerId="ADAL" clId="{8AEC8109-A2A2-B342-9A56-ABFCCABF40EF}" dt="2025-11-08T19:30:34.072" v="8" actId="962"/>
          <ac:spMkLst>
            <pc:docMk/>
            <pc:sldMk cId="0" sldId="256"/>
            <ac:spMk id="97" creationId="{00000000-0000-0000-0000-000000000000}"/>
          </ac:spMkLst>
        </pc:spChg>
        <pc:spChg chg="mod">
          <ac:chgData name="Yang Chen" userId="5efd7b53-582d-4367-abd9-b7e0599e7d94" providerId="ADAL" clId="{8AEC8109-A2A2-B342-9A56-ABFCCABF40EF}" dt="2025-11-08T19:30:00.208" v="7" actId="962"/>
          <ac:spMkLst>
            <pc:docMk/>
            <pc:sldMk cId="0" sldId="256"/>
            <ac:spMk id="9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half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465" y="29327"/>
            <a:ext cx="2960371" cy="480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465" y="509693"/>
            <a:ext cx="2960371" cy="1674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ingredients"/>
          <p:cNvSpPr txBox="1"/>
          <p:nvPr/>
        </p:nvSpPr>
        <p:spPr>
          <a:xfrm>
            <a:off x="143358" y="1426058"/>
            <a:ext cx="1570998" cy="10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rPr sz="600" dirty="0"/>
              <a:t>ingredients</a:t>
            </a:r>
          </a:p>
        </p:txBody>
      </p:sp>
      <p:sp>
        <p:nvSpPr>
          <p:cNvPr id="95" name="bowl_name"/>
          <p:cNvSpPr txBox="1"/>
          <p:nvPr/>
        </p:nvSpPr>
        <p:spPr>
          <a:xfrm>
            <a:off x="261785" y="949512"/>
            <a:ext cx="284856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1800"/>
              </a:lnSpc>
              <a:defRPr sz="1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pPr>
              <a:lnSpc>
                <a:spcPct val="100000"/>
              </a:lnSpc>
            </a:pPr>
            <a:r>
              <a:rPr dirty="0" err="1"/>
              <a:t>bowl_name</a:t>
            </a:r>
            <a:endParaRPr dirty="0"/>
          </a:p>
        </p:txBody>
      </p:sp>
      <p:sp>
        <p:nvSpPr>
          <p:cNvPr id="96" name="best_before"/>
          <p:cNvSpPr txBox="1"/>
          <p:nvPr/>
        </p:nvSpPr>
        <p:spPr>
          <a:xfrm>
            <a:off x="868824" y="846535"/>
            <a:ext cx="1551652" cy="10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rPr dirty="0" err="1"/>
              <a:t>best_before</a:t>
            </a:r>
            <a:endParaRPr dirty="0"/>
          </a:p>
        </p:txBody>
      </p:sp>
      <p:sp>
        <p:nvSpPr>
          <p:cNvPr id="97" name="client_name"/>
          <p:cNvSpPr txBox="1"/>
          <p:nvPr/>
        </p:nvSpPr>
        <p:spPr>
          <a:xfrm>
            <a:off x="928857" y="131393"/>
            <a:ext cx="2181496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800"/>
              </a:lnSpc>
              <a:defRPr sz="1200"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rPr dirty="0" err="1"/>
              <a:t>client_name</a:t>
            </a:r>
            <a:endParaRPr dirty="0"/>
          </a:p>
        </p:txBody>
      </p:sp>
      <p:sp>
        <p:nvSpPr>
          <p:cNvPr id="98" name="meal"/>
          <p:cNvSpPr txBox="1"/>
          <p:nvPr/>
        </p:nvSpPr>
        <p:spPr>
          <a:xfrm>
            <a:off x="928857" y="348134"/>
            <a:ext cx="2181496" cy="149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300"/>
              </a:lnSpc>
              <a:defRPr sz="900"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rPr lang="en-US" dirty="0"/>
              <a:t>meal</a:t>
            </a:r>
            <a:endParaRPr dirty="0"/>
          </a:p>
        </p:txBody>
      </p:sp>
      <p:sp>
        <p:nvSpPr>
          <p:cNvPr id="2" name="zone">
            <a:extLst>
              <a:ext uri="{FF2B5EF4-FFF2-40B4-BE49-F238E27FC236}">
                <a16:creationId xmlns:a16="http://schemas.microsoft.com/office/drawing/2014/main" id="{2B4D0421-462A-8311-02C3-F8F5E812DF42}"/>
              </a:ext>
            </a:extLst>
          </p:cNvPr>
          <p:cNvSpPr txBox="1"/>
          <p:nvPr/>
        </p:nvSpPr>
        <p:spPr>
          <a:xfrm>
            <a:off x="928857" y="497727"/>
            <a:ext cx="2181496" cy="149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300"/>
              </a:lnSpc>
              <a:defRPr sz="900">
                <a:latin typeface="Lato"/>
                <a:ea typeface="Lato"/>
                <a:cs typeface="Lato"/>
                <a:sym typeface="Lato"/>
              </a:defRPr>
            </a:lvl1pPr>
          </a:lstStyle>
          <a:p>
            <a:r>
              <a:rPr lang="en-US" dirty="0"/>
              <a:t>zone</a:t>
            </a:r>
            <a:endParaRPr dirty="0"/>
          </a:p>
        </p:txBody>
      </p:sp>
      <p:sp>
        <p:nvSpPr>
          <p:cNvPr id="4" name="parts">
            <a:extLst>
              <a:ext uri="{FF2B5EF4-FFF2-40B4-BE49-F238E27FC236}">
                <a16:creationId xmlns:a16="http://schemas.microsoft.com/office/drawing/2014/main" id="{40943AAF-D767-E78E-DE58-3340D4090504}"/>
              </a:ext>
            </a:extLst>
          </p:cNvPr>
          <p:cNvSpPr txBox="1"/>
          <p:nvPr/>
        </p:nvSpPr>
        <p:spPr>
          <a:xfrm>
            <a:off x="1325428" y="1181529"/>
            <a:ext cx="63844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PART 1/2</a:t>
            </a:r>
            <a:endParaRPr lang="en-US" sz="600" b="0" dirty="0">
              <a:effectLst/>
            </a:endParaRPr>
          </a:p>
          <a:p>
            <a:pPr>
              <a:buNone/>
            </a:pPr>
            <a:br>
              <a:rPr lang="en-US" sz="600" dirty="0"/>
            </a:br>
            <a:endParaRPr lang="en-US" sz="600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Yang Chen</cp:lastModifiedBy>
  <cp:revision>9</cp:revision>
  <dcterms:modified xsi:type="dcterms:W3CDTF">2026-01-09T23:28:19Z</dcterms:modified>
  <cp:category/>
</cp:coreProperties>
</file>